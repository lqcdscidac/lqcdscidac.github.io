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9" r:id="rId2"/>
    <p:sldId id="263" r:id="rId3"/>
    <p:sldId id="264" r:id="rId4"/>
    <p:sldId id="265" r:id="rId5"/>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1pPr>
    <a:lvl2pPr marL="0" marR="0" indent="3429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2pPr>
    <a:lvl3pPr marL="0" marR="0" indent="6858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3pPr>
    <a:lvl4pPr marL="0" marR="0" indent="10287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4pPr>
    <a:lvl5pPr marL="0" marR="0" indent="13716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5pPr>
    <a:lvl6pPr marL="0" marR="0" indent="17145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6pPr>
    <a:lvl7pPr marL="0" marR="0" indent="20574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7pPr>
    <a:lvl8pPr marL="0" marR="0" indent="24003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8pPr>
    <a:lvl9pPr marL="0" marR="0" indent="274320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84" d="100"/>
          <a:sy n="84" d="100"/>
        </p:scale>
        <p:origin x="197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1143000" y="685800"/>
            <a:ext cx="4572000" cy="3429000"/>
          </a:xfrm>
          <a:prstGeom prst="rect">
            <a:avLst/>
          </a:prstGeom>
        </p:spPr>
        <p:txBody>
          <a:bodyPr/>
          <a:lstStyle/>
          <a:p>
            <a:endParaRPr/>
          </a:p>
        </p:txBody>
      </p:sp>
      <p:sp>
        <p:nvSpPr>
          <p:cNvPr id="121" name="Shape 12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1600">
        <a:latin typeface="Lucida Grande"/>
        <a:ea typeface="Lucida Grande"/>
        <a:cs typeface="Lucida Grande"/>
        <a:sym typeface="Lucida Grande"/>
      </a:defRPr>
    </a:lvl1pPr>
    <a:lvl2pPr indent="228600" defTabSz="584200" latinLnBrk="0">
      <a:defRPr sz="1600">
        <a:latin typeface="Lucida Grande"/>
        <a:ea typeface="Lucida Grande"/>
        <a:cs typeface="Lucida Grande"/>
        <a:sym typeface="Lucida Grande"/>
      </a:defRPr>
    </a:lvl2pPr>
    <a:lvl3pPr indent="457200" defTabSz="584200" latinLnBrk="0">
      <a:defRPr sz="1600">
        <a:latin typeface="Lucida Grande"/>
        <a:ea typeface="Lucida Grande"/>
        <a:cs typeface="Lucida Grande"/>
        <a:sym typeface="Lucida Grande"/>
      </a:defRPr>
    </a:lvl3pPr>
    <a:lvl4pPr indent="685800" defTabSz="584200" latinLnBrk="0">
      <a:defRPr sz="1600">
        <a:latin typeface="Lucida Grande"/>
        <a:ea typeface="Lucida Grande"/>
        <a:cs typeface="Lucida Grande"/>
        <a:sym typeface="Lucida Grande"/>
      </a:defRPr>
    </a:lvl4pPr>
    <a:lvl5pPr indent="914400" defTabSz="584200" latinLnBrk="0">
      <a:defRPr sz="1600">
        <a:latin typeface="Lucida Grande"/>
        <a:ea typeface="Lucida Grande"/>
        <a:cs typeface="Lucida Grande"/>
        <a:sym typeface="Lucida Grande"/>
      </a:defRPr>
    </a:lvl5pPr>
    <a:lvl6pPr indent="1143000" defTabSz="584200" latinLnBrk="0">
      <a:defRPr sz="1600">
        <a:latin typeface="Lucida Grande"/>
        <a:ea typeface="Lucida Grande"/>
        <a:cs typeface="Lucida Grande"/>
        <a:sym typeface="Lucida Grande"/>
      </a:defRPr>
    </a:lvl6pPr>
    <a:lvl7pPr indent="1371600" defTabSz="584200" latinLnBrk="0">
      <a:defRPr sz="1600">
        <a:latin typeface="Lucida Grande"/>
        <a:ea typeface="Lucida Grande"/>
        <a:cs typeface="Lucida Grande"/>
        <a:sym typeface="Lucida Grande"/>
      </a:defRPr>
    </a:lvl7pPr>
    <a:lvl8pPr indent="1600200" defTabSz="584200" latinLnBrk="0">
      <a:defRPr sz="1600">
        <a:latin typeface="Lucida Grande"/>
        <a:ea typeface="Lucida Grande"/>
        <a:cs typeface="Lucida Grande"/>
        <a:sym typeface="Lucida Grande"/>
      </a:defRPr>
    </a:lvl8pPr>
    <a:lvl9pPr indent="1828800" defTabSz="584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 2 Column">
    <p:spTree>
      <p:nvGrpSpPr>
        <p:cNvPr id="1" name=""/>
        <p:cNvGrpSpPr/>
        <p:nvPr/>
      </p:nvGrpSpPr>
      <p:grpSpPr>
        <a:xfrm>
          <a:off x="0" y="0"/>
          <a:ext cx="0" cy="0"/>
          <a:chOff x="0" y="0"/>
          <a:chExt cx="0" cy="0"/>
        </a:xfrm>
      </p:grpSpPr>
      <p:sp>
        <p:nvSpPr>
          <p:cNvPr id="13" name="Title Text"/>
          <p:cNvSpPr txBox="1">
            <a:spLocks noGrp="1"/>
          </p:cNvSpPr>
          <p:nvPr>
            <p:ph type="title"/>
          </p:nvPr>
        </p:nvSpPr>
        <p:spPr>
          <a:prstGeom prst="rect">
            <a:avLst/>
          </a:prstGeom>
        </p:spPr>
        <p:txBody>
          <a:bodyPr/>
          <a:lstStyle/>
          <a:p>
            <a:r>
              <a:t>Title Text</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42" name="Slide Number"/>
          <p:cNvSpPr txBox="1">
            <a:spLocks noGrp="1"/>
          </p:cNvSpPr>
          <p:nvPr>
            <p:ph type="sldNum" sz="quarter" idx="2"/>
          </p:nvPr>
        </p:nvSpPr>
        <p:spPr>
          <a:xfrm>
            <a:off x="6324600" y="9258300"/>
            <a:ext cx="342900" cy="368300"/>
          </a:xfrm>
          <a:prstGeom prst="rect">
            <a:avLst/>
          </a:prstGeom>
        </p:spPr>
        <p:txBody>
          <a:bodyPr lIns="50800" tIns="50800" rIns="50800" bIns="50800"/>
          <a:lstStyle>
            <a:lvl1pPr defTabSz="584200">
              <a:defRPr sz="1800"/>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Bullets - 2 Column">
    <p:spTree>
      <p:nvGrpSpPr>
        <p:cNvPr id="1" name=""/>
        <p:cNvGrpSpPr/>
        <p:nvPr/>
      </p:nvGrpSpPr>
      <p:grpSpPr>
        <a:xfrm>
          <a:off x="0" y="0"/>
          <a:ext cx="0" cy="0"/>
          <a:chOff x="0" y="0"/>
          <a:chExt cx="0" cy="0"/>
        </a:xfrm>
      </p:grpSpPr>
      <p:sp>
        <p:nvSpPr>
          <p:cNvPr id="59" name="Title Text"/>
          <p:cNvSpPr txBox="1">
            <a:spLocks noGrp="1"/>
          </p:cNvSpPr>
          <p:nvPr>
            <p:ph type="title"/>
          </p:nvPr>
        </p:nvSpPr>
        <p:spPr>
          <a:prstGeom prst="rect">
            <a:avLst/>
          </a:prstGeom>
        </p:spPr>
        <p:txBody>
          <a:bodyPr/>
          <a:lstStyle/>
          <a:p>
            <a:r>
              <a:t>Title Text</a:t>
            </a: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1" name="Line"/>
          <p:cNvSpPr/>
          <p:nvPr/>
        </p:nvSpPr>
        <p:spPr>
          <a:xfrm>
            <a:off x="152400" y="863600"/>
            <a:ext cx="12516755" cy="1"/>
          </a:xfrm>
          <a:prstGeom prst="line">
            <a:avLst/>
          </a:prstGeom>
          <a:ln w="38100">
            <a:solidFill>
              <a:srgbClr val="CB3E3F"/>
            </a:solidFill>
            <a:miter lim="400000"/>
          </a:ln>
        </p:spPr>
        <p:txBody>
          <a:bodyPr lIns="50800" tIns="50800" rIns="50800" bIns="50800" anchor="ctr"/>
          <a:lstStyle/>
          <a:p>
            <a:pPr defTabSz="457200">
              <a:buFontTx/>
              <a:defRPr sz="1200">
                <a:solidFill>
                  <a:srgbClr val="000000"/>
                </a:solidFill>
                <a:latin typeface="Helvetica"/>
                <a:ea typeface="Helvetica"/>
                <a:cs typeface="Helvetica"/>
                <a:sym typeface="Helvetica"/>
              </a:defRPr>
            </a:pPr>
            <a:endParaRPr/>
          </a:p>
        </p:txBody>
      </p:sp>
      <p:sp>
        <p:nvSpPr>
          <p:cNvPr id="6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ntent Layout 1">
    <p:spTree>
      <p:nvGrpSpPr>
        <p:cNvPr id="1" name=""/>
        <p:cNvGrpSpPr/>
        <p:nvPr/>
      </p:nvGrpSpPr>
      <p:grpSpPr>
        <a:xfrm>
          <a:off x="0" y="0"/>
          <a:ext cx="0" cy="0"/>
          <a:chOff x="0" y="0"/>
          <a:chExt cx="0" cy="0"/>
        </a:xfrm>
      </p:grpSpPr>
      <p:sp>
        <p:nvSpPr>
          <p:cNvPr id="69" name="Title Text"/>
          <p:cNvSpPr txBox="1">
            <a:spLocks noGrp="1"/>
          </p:cNvSpPr>
          <p:nvPr>
            <p:ph type="title"/>
          </p:nvPr>
        </p:nvSpPr>
        <p:spPr>
          <a:xfrm>
            <a:off x="439351" y="1475774"/>
            <a:ext cx="12038227" cy="519991"/>
          </a:xfrm>
          <a:prstGeom prst="rect">
            <a:avLst/>
          </a:prstGeom>
        </p:spPr>
        <p:txBody>
          <a:bodyPr lIns="48767" tIns="48767" rIns="48767" bIns="48767">
            <a:normAutofit/>
          </a:bodyPr>
          <a:lstStyle>
            <a:lvl1pPr defTabSz="1300480">
              <a:lnSpc>
                <a:spcPct val="90000"/>
              </a:lnSpc>
              <a:defRPr sz="3400">
                <a:latin typeface="Arial"/>
                <a:ea typeface="Arial"/>
                <a:cs typeface="Arial"/>
                <a:sym typeface="Arial"/>
              </a:defRPr>
            </a:lvl1pPr>
          </a:lstStyle>
          <a:p>
            <a:r>
              <a:t>Title Text</a:t>
            </a:r>
          </a:p>
        </p:txBody>
      </p:sp>
      <p:sp>
        <p:nvSpPr>
          <p:cNvPr id="70" name="Body Level One…"/>
          <p:cNvSpPr txBox="1">
            <a:spLocks noGrp="1"/>
          </p:cNvSpPr>
          <p:nvPr>
            <p:ph type="body" idx="1"/>
          </p:nvPr>
        </p:nvSpPr>
        <p:spPr>
          <a:xfrm>
            <a:off x="439351" y="2249658"/>
            <a:ext cx="12038227" cy="5740475"/>
          </a:xfrm>
          <a:prstGeom prst="rect">
            <a:avLst/>
          </a:prstGeom>
        </p:spPr>
        <p:txBody>
          <a:bodyPr lIns="48767" tIns="48767" rIns="48767" bIns="48767">
            <a:normAutofit/>
          </a:bodyPr>
          <a:lstStyle>
            <a:lvl1pPr marL="311727" indent="-311727" defTabSz="1300480">
              <a:lnSpc>
                <a:spcPct val="90000"/>
              </a:lnSpc>
              <a:spcBef>
                <a:spcPts val="1400"/>
              </a:spcBef>
              <a:buFont typeface="Arial"/>
              <a:defRPr sz="3000">
                <a:latin typeface="Arial"/>
                <a:ea typeface="Arial"/>
                <a:cs typeface="Arial"/>
                <a:sym typeface="Arial"/>
              </a:defRPr>
            </a:lvl1pPr>
            <a:lvl2pPr marL="800100" indent="-342900" defTabSz="1300480">
              <a:lnSpc>
                <a:spcPct val="90000"/>
              </a:lnSpc>
              <a:spcBef>
                <a:spcPts val="1400"/>
              </a:spcBef>
              <a:buSzPct val="100000"/>
              <a:buFont typeface="Arial"/>
              <a:buChar char="－"/>
              <a:defRPr sz="3000">
                <a:latin typeface="Arial"/>
                <a:ea typeface="Arial"/>
                <a:cs typeface="Arial"/>
                <a:sym typeface="Arial"/>
              </a:defRPr>
            </a:lvl2pPr>
            <a:lvl3pPr marL="1295400" indent="-381000" defTabSz="1300480">
              <a:lnSpc>
                <a:spcPct val="90000"/>
              </a:lnSpc>
              <a:spcBef>
                <a:spcPts val="1400"/>
              </a:spcBef>
              <a:buFont typeface="Arial"/>
              <a:defRPr sz="3000">
                <a:latin typeface="Arial"/>
                <a:ea typeface="Arial"/>
                <a:cs typeface="Arial"/>
                <a:sym typeface="Arial"/>
              </a:defRPr>
            </a:lvl3pPr>
            <a:lvl4pPr marL="1907381" indent="-535781" defTabSz="1300480">
              <a:lnSpc>
                <a:spcPct val="90000"/>
              </a:lnSpc>
              <a:spcBef>
                <a:spcPts val="1400"/>
              </a:spcBef>
              <a:buSzPct val="100000"/>
              <a:buFont typeface="Arial"/>
              <a:buChar char="－"/>
              <a:defRPr sz="3000">
                <a:latin typeface="Arial"/>
                <a:ea typeface="Arial"/>
                <a:cs typeface="Arial"/>
                <a:sym typeface="Arial"/>
              </a:defRPr>
            </a:lvl4pPr>
            <a:lvl5pPr marL="2318657" indent="-489857" defTabSz="1300480">
              <a:lnSpc>
                <a:spcPct val="90000"/>
              </a:lnSpc>
              <a:spcBef>
                <a:spcPts val="1400"/>
              </a:spcBef>
              <a:buFont typeface="Arial"/>
              <a:defRPr sz="3000">
                <a:latin typeface="Arial"/>
                <a:ea typeface="Arial"/>
                <a:cs typeface="Arial"/>
                <a:sym typeface="Arial"/>
              </a:defRPr>
            </a:lvl5pPr>
          </a:lstStyle>
          <a:p>
            <a:r>
              <a:t>Body Level One</a:t>
            </a:r>
          </a:p>
          <a:p>
            <a:pPr lvl="1"/>
            <a:r>
              <a:t>Body Level Two</a:t>
            </a:r>
          </a:p>
          <a:p>
            <a:pPr lvl="2"/>
            <a:r>
              <a:t>Body Level Three</a:t>
            </a:r>
          </a:p>
          <a:p>
            <a:pPr lvl="3"/>
            <a:r>
              <a:t>Body Level Four</a:t>
            </a:r>
          </a:p>
          <a:p>
            <a:pPr lvl="4"/>
            <a:r>
              <a:t>Body Level Five</a:t>
            </a:r>
          </a:p>
        </p:txBody>
      </p:sp>
      <p:pic>
        <p:nvPicPr>
          <p:cNvPr id="71" name="Picture 6" descr="Picture 6"/>
          <p:cNvPicPr>
            <a:picLocks noChangeAspect="1"/>
          </p:cNvPicPr>
          <p:nvPr/>
        </p:nvPicPr>
        <p:blipFill>
          <a:blip r:embed="rId2"/>
          <a:stretch>
            <a:fillRect/>
          </a:stretch>
        </p:blipFill>
        <p:spPr>
          <a:xfrm>
            <a:off x="10740551" y="8054188"/>
            <a:ext cx="1890206" cy="459086"/>
          </a:xfrm>
          <a:prstGeom prst="rect">
            <a:avLst/>
          </a:prstGeom>
          <a:ln w="12700">
            <a:miter lim="400000"/>
          </a:ln>
        </p:spPr>
      </p:pic>
      <p:sp>
        <p:nvSpPr>
          <p:cNvPr id="72" name="Straight Connector 8"/>
          <p:cNvSpPr/>
          <p:nvPr/>
        </p:nvSpPr>
        <p:spPr>
          <a:xfrm>
            <a:off x="-17574" y="2004252"/>
            <a:ext cx="13022376" cy="1"/>
          </a:xfrm>
          <a:prstGeom prst="line">
            <a:avLst/>
          </a:prstGeom>
          <a:ln w="50800">
            <a:solidFill>
              <a:srgbClr val="C00000"/>
            </a:solidFill>
            <a:miter/>
          </a:ln>
        </p:spPr>
        <p:txBody>
          <a:bodyPr lIns="48767" tIns="48767" rIns="48767" bIns="48767"/>
          <a:lstStyle/>
          <a:p>
            <a:pPr defTabSz="1300480">
              <a:buFontTx/>
              <a:defRPr>
                <a:solidFill>
                  <a:srgbClr val="000000"/>
                </a:solidFill>
                <a:latin typeface="Calibri"/>
                <a:ea typeface="Calibri"/>
                <a:cs typeface="Calibri"/>
                <a:sym typeface="Calibri"/>
              </a:defRPr>
            </a:pPr>
            <a:endParaRPr/>
          </a:p>
        </p:txBody>
      </p:sp>
      <p:sp>
        <p:nvSpPr>
          <p:cNvPr id="73" name="Rectangle 3"/>
          <p:cNvSpPr txBox="1"/>
          <p:nvPr/>
        </p:nvSpPr>
        <p:spPr>
          <a:xfrm>
            <a:off x="163016" y="8125052"/>
            <a:ext cx="613722" cy="398567"/>
          </a:xfrm>
          <a:prstGeom prst="rect">
            <a:avLst/>
          </a:prstGeom>
          <a:ln w="12700">
            <a:miter lim="400000"/>
          </a:ln>
        </p:spPr>
        <p:txBody>
          <a:bodyPr wrap="none" lIns="48767" tIns="48767" rIns="48767" bIns="48767">
            <a:spAutoFit/>
          </a:bodyPr>
          <a:lstStyle/>
          <a:p>
            <a:pPr defTabSz="1300480">
              <a:buFontTx/>
              <a:defRPr>
                <a:solidFill>
                  <a:srgbClr val="000000"/>
                </a:solidFill>
                <a:latin typeface="Calibri"/>
                <a:ea typeface="Calibri"/>
                <a:cs typeface="Calibri"/>
                <a:sym typeface="Calibri"/>
              </a:defRPr>
            </a:pPr>
            <a:endParaRPr/>
          </a:p>
        </p:txBody>
      </p:sp>
      <p:sp>
        <p:nvSpPr>
          <p:cNvPr id="74" name="Slide Number"/>
          <p:cNvSpPr txBox="1">
            <a:spLocks noGrp="1"/>
          </p:cNvSpPr>
          <p:nvPr>
            <p:ph type="sldNum" sz="quarter" idx="2"/>
          </p:nvPr>
        </p:nvSpPr>
        <p:spPr>
          <a:xfrm>
            <a:off x="6238724" y="8132025"/>
            <a:ext cx="308005" cy="294920"/>
          </a:xfrm>
          <a:prstGeom prst="rect">
            <a:avLst/>
          </a:prstGeom>
        </p:spPr>
        <p:txBody>
          <a:bodyPr lIns="48767" tIns="48767" rIns="48767" bIns="48767" anchor="ctr"/>
          <a:lstStyle>
            <a:lvl1pPr defTabSz="1300480">
              <a:defRPr sz="1400">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amp; Bullets - 2 Column">
    <p:spTree>
      <p:nvGrpSpPr>
        <p:cNvPr id="1" name=""/>
        <p:cNvGrpSpPr/>
        <p:nvPr/>
      </p:nvGrpSpPr>
      <p:grpSpPr>
        <a:xfrm>
          <a:off x="0" y="0"/>
          <a:ext cx="0" cy="0"/>
          <a:chOff x="0" y="0"/>
          <a:chExt cx="0" cy="0"/>
        </a:xfrm>
      </p:grpSpPr>
      <p:pic>
        <p:nvPicPr>
          <p:cNvPr id="81" name="droppedImage.png" descr="droppedImage.png"/>
          <p:cNvPicPr>
            <a:picLocks noChangeAspect="1"/>
          </p:cNvPicPr>
          <p:nvPr/>
        </p:nvPicPr>
        <p:blipFill>
          <a:blip r:embed="rId2"/>
          <a:stretch>
            <a:fillRect/>
          </a:stretch>
        </p:blipFill>
        <p:spPr>
          <a:xfrm>
            <a:off x="-6774" y="9124153"/>
            <a:ext cx="1964268" cy="618745"/>
          </a:xfrm>
          <a:prstGeom prst="rect">
            <a:avLst/>
          </a:prstGeom>
          <a:ln w="12700">
            <a:miter lim="400000"/>
          </a:ln>
        </p:spPr>
      </p:pic>
      <p:sp>
        <p:nvSpPr>
          <p:cNvPr id="82" name="Title Text"/>
          <p:cNvSpPr txBox="1">
            <a:spLocks noGrp="1"/>
          </p:cNvSpPr>
          <p:nvPr>
            <p:ph type="title"/>
          </p:nvPr>
        </p:nvSpPr>
        <p:spPr>
          <a:prstGeom prst="rect">
            <a:avLst/>
          </a:prstGeom>
        </p:spPr>
        <p:txBody>
          <a:bodyPr/>
          <a:lstStyle/>
          <a:p>
            <a:r>
              <a:t>Title Text</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84" name="Line"/>
          <p:cNvSpPr/>
          <p:nvPr/>
        </p:nvSpPr>
        <p:spPr>
          <a:xfrm>
            <a:off x="152400" y="863600"/>
            <a:ext cx="12516755" cy="1"/>
          </a:xfrm>
          <a:prstGeom prst="line">
            <a:avLst/>
          </a:prstGeom>
          <a:ln w="38100">
            <a:solidFill>
              <a:srgbClr val="CB3E3F"/>
            </a:solidFill>
            <a:miter lim="400000"/>
          </a:ln>
          <a:effectLst>
            <a:outerShdw blurRad="50800" dist="50800" dir="2700000" rotWithShape="0">
              <a:srgbClr val="000000">
                <a:alpha val="50000"/>
              </a:srgbClr>
            </a:outerShdw>
          </a:effectLst>
        </p:spPr>
        <p:txBody>
          <a:bodyPr lIns="50800" tIns="50800" rIns="50800" bIns="50800" anchor="ctr"/>
          <a:lstStyle/>
          <a:p>
            <a:pPr defTabSz="457200">
              <a:buFontTx/>
              <a:defRPr sz="1200">
                <a:solidFill>
                  <a:srgbClr val="000000"/>
                </a:solidFill>
                <a:latin typeface="Helvetica"/>
                <a:ea typeface="Helvetica"/>
                <a:cs typeface="Helvetica"/>
                <a:sym typeface="Helvetica"/>
              </a:defRPr>
            </a:pP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amp; Bullets - 2 Column">
    <p:spTree>
      <p:nvGrpSpPr>
        <p:cNvPr id="1" name=""/>
        <p:cNvGrpSpPr/>
        <p:nvPr/>
      </p:nvGrpSpPr>
      <p:grpSpPr>
        <a:xfrm>
          <a:off x="0" y="0"/>
          <a:ext cx="0" cy="0"/>
          <a:chOff x="0" y="0"/>
          <a:chExt cx="0" cy="0"/>
        </a:xfrm>
      </p:grpSpPr>
      <p:pic>
        <p:nvPicPr>
          <p:cNvPr id="91" name="droppedImage.png" descr="droppedImage.png"/>
          <p:cNvPicPr>
            <a:picLocks noChangeAspect="1"/>
          </p:cNvPicPr>
          <p:nvPr/>
        </p:nvPicPr>
        <p:blipFill>
          <a:blip r:embed="rId2"/>
          <a:stretch>
            <a:fillRect/>
          </a:stretch>
        </p:blipFill>
        <p:spPr>
          <a:xfrm>
            <a:off x="-6774" y="9124153"/>
            <a:ext cx="1964268" cy="618745"/>
          </a:xfrm>
          <a:prstGeom prst="rect">
            <a:avLst/>
          </a:prstGeom>
          <a:ln w="12700">
            <a:miter lim="400000"/>
          </a:ln>
        </p:spPr>
      </p:pic>
      <p:sp>
        <p:nvSpPr>
          <p:cNvPr id="92" name="Title Text"/>
          <p:cNvSpPr txBox="1">
            <a:spLocks noGrp="1"/>
          </p:cNvSpPr>
          <p:nvPr>
            <p:ph type="title"/>
          </p:nvPr>
        </p:nvSpPr>
        <p:spPr>
          <a:prstGeom prst="rect">
            <a:avLst/>
          </a:prstGeom>
        </p:spPr>
        <p:txBody>
          <a:bodyPr/>
          <a:lstStyle/>
          <a:p>
            <a:r>
              <a:t>Title Text</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4" name="Line"/>
          <p:cNvSpPr/>
          <p:nvPr/>
        </p:nvSpPr>
        <p:spPr>
          <a:xfrm>
            <a:off x="152400" y="863600"/>
            <a:ext cx="12516755" cy="1"/>
          </a:xfrm>
          <a:prstGeom prst="line">
            <a:avLst/>
          </a:prstGeom>
          <a:ln w="38100">
            <a:solidFill>
              <a:srgbClr val="CB3E3F"/>
            </a:solidFill>
            <a:miter lim="400000"/>
          </a:ln>
        </p:spPr>
        <p:txBody>
          <a:bodyPr lIns="50800" tIns="50800" rIns="50800" bIns="50800" anchor="ctr"/>
          <a:lstStyle/>
          <a:p>
            <a:pPr defTabSz="457200">
              <a:buFontTx/>
              <a:defRPr sz="1200">
                <a:solidFill>
                  <a:srgbClr val="000000"/>
                </a:solidFill>
                <a:latin typeface="Helvetica"/>
                <a:ea typeface="Helvetica"/>
                <a:cs typeface="Helvetica"/>
                <a:sym typeface="Helvetica"/>
              </a:defRPr>
            </a:pPr>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01" name="Slide Number"/>
          <p:cNvSpPr txBox="1">
            <a:spLocks noGrp="1"/>
          </p:cNvSpPr>
          <p:nvPr>
            <p:ph type="sldNum" sz="quarter" idx="2"/>
          </p:nvPr>
        </p:nvSpPr>
        <p:spPr>
          <a:xfrm flipH="1">
            <a:off x="12339484" y="8234508"/>
            <a:ext cx="210469" cy="215901"/>
          </a:xfrm>
          <a:prstGeom prst="rect">
            <a:avLst/>
          </a:prstGeom>
        </p:spPr>
        <p:txBody>
          <a:bodyPr lIns="0" tIns="0" rIns="0" bIns="0"/>
          <a:lstStyle>
            <a:lvl1pPr defTabSz="1300480">
              <a:lnSpc>
                <a:spcPct val="90000"/>
              </a:lnSpc>
              <a:defRPr sz="1400" b="1">
                <a:solidFill>
                  <a:srgbClr val="DBDCDB"/>
                </a:solidFill>
                <a:latin typeface="Roboto"/>
                <a:ea typeface="Roboto"/>
                <a:cs typeface="Roboto"/>
                <a:sym typeface="Roboto"/>
              </a:defRPr>
            </a:lvl1pPr>
          </a:lstStyle>
          <a:p>
            <a:fld id="{86CB4B4D-7CA3-9044-876B-883B54F8677D}" type="slidenum">
              <a:t>‹#›</a:t>
            </a:fld>
            <a:endParaRPr/>
          </a:p>
        </p:txBody>
      </p:sp>
      <p:sp>
        <p:nvSpPr>
          <p:cNvPr id="102" name="Google Shape;13;p23"/>
          <p:cNvSpPr txBox="1"/>
          <p:nvPr/>
        </p:nvSpPr>
        <p:spPr>
          <a:xfrm>
            <a:off x="8154868" y="8159091"/>
            <a:ext cx="4020642" cy="3133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8746" tIns="48746" rIns="48746" bIns="48746" anchor="ctr">
            <a:spAutoFit/>
          </a:bodyPr>
          <a:lstStyle>
            <a:lvl1pPr algn="r" defTabSz="1300480">
              <a:buFontTx/>
              <a:defRPr sz="1400">
                <a:solidFill>
                  <a:srgbClr val="DBDCDB"/>
                </a:solidFill>
                <a:latin typeface="Roboto"/>
                <a:ea typeface="Roboto"/>
                <a:cs typeface="Roboto"/>
                <a:sym typeface="Roboto"/>
              </a:defRPr>
            </a:lvl1pPr>
          </a:lstStyle>
          <a:p>
            <a:r>
              <a:t> </a:t>
            </a:r>
          </a:p>
        </p:txBody>
      </p:sp>
      <p:pic>
        <p:nvPicPr>
          <p:cNvPr id="103" name="GM|AmSC.pngGoogle Shape;14;p23" descr="GM|AmSC.pngGoogle Shape;14;p23"/>
          <p:cNvPicPr>
            <a:picLocks noChangeAspect="1"/>
          </p:cNvPicPr>
          <p:nvPr/>
        </p:nvPicPr>
        <p:blipFill>
          <a:blip r:embed="rId2"/>
          <a:stretch>
            <a:fillRect/>
          </a:stretch>
        </p:blipFill>
        <p:spPr>
          <a:xfrm>
            <a:off x="216746" y="8058915"/>
            <a:ext cx="4007682" cy="258739"/>
          </a:xfrm>
          <a:prstGeom prst="rect">
            <a:avLst/>
          </a:prstGeom>
          <a:ln w="12700">
            <a:miter lim="400000"/>
          </a:ln>
        </p:spPr>
      </p:pic>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amp; Bullets - 2 Column">
    <p:spTree>
      <p:nvGrpSpPr>
        <p:cNvPr id="1" name=""/>
        <p:cNvGrpSpPr/>
        <p:nvPr/>
      </p:nvGrpSpPr>
      <p:grpSpPr>
        <a:xfrm>
          <a:off x="0" y="0"/>
          <a:ext cx="0" cy="0"/>
          <a:chOff x="0" y="0"/>
          <a:chExt cx="0" cy="0"/>
        </a:xfrm>
      </p:grpSpPr>
      <p:pic>
        <p:nvPicPr>
          <p:cNvPr id="110" name="droppedImage.png" descr="droppedImage.png"/>
          <p:cNvPicPr>
            <a:picLocks noChangeAspect="1"/>
          </p:cNvPicPr>
          <p:nvPr/>
        </p:nvPicPr>
        <p:blipFill>
          <a:blip r:embed="rId2"/>
          <a:stretch>
            <a:fillRect/>
          </a:stretch>
        </p:blipFill>
        <p:spPr>
          <a:xfrm>
            <a:off x="-6774" y="9124153"/>
            <a:ext cx="1964268" cy="618745"/>
          </a:xfrm>
          <a:prstGeom prst="rect">
            <a:avLst/>
          </a:prstGeom>
          <a:ln w="12700">
            <a:miter lim="400000"/>
          </a:ln>
        </p:spPr>
      </p:pic>
      <p:sp>
        <p:nvSpPr>
          <p:cNvPr id="111" name="Lattice 2019"/>
          <p:cNvSpPr txBox="1"/>
          <p:nvPr/>
        </p:nvSpPr>
        <p:spPr>
          <a:xfrm>
            <a:off x="5866774" y="9284123"/>
            <a:ext cx="1174070" cy="295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7093" tIns="27093" rIns="27093" bIns="27093" anchor="ctr">
            <a:spAutoFit/>
          </a:bodyPr>
          <a:lstStyle>
            <a:lvl1pPr algn="ctr" defTabSz="825500">
              <a:buFontTx/>
              <a:defRPr sz="1600">
                <a:solidFill>
                  <a:srgbClr val="000000"/>
                </a:solidFill>
                <a:latin typeface="Helvetica"/>
                <a:ea typeface="Helvetica"/>
                <a:cs typeface="Helvetica"/>
                <a:sym typeface="Helvetica"/>
              </a:defRPr>
            </a:lvl1pPr>
          </a:lstStyle>
          <a:p>
            <a:r>
              <a:t>Lattice 2019</a:t>
            </a:r>
          </a:p>
        </p:txBody>
      </p:sp>
      <p:sp>
        <p:nvSpPr>
          <p:cNvPr id="112" name="Title Text"/>
          <p:cNvSpPr txBox="1">
            <a:spLocks noGrp="1"/>
          </p:cNvSpPr>
          <p:nvPr>
            <p:ph type="title"/>
          </p:nvPr>
        </p:nvSpPr>
        <p:spPr>
          <a:prstGeom prst="rect">
            <a:avLst/>
          </a:prstGeom>
        </p:spPr>
        <p:txBody>
          <a:bodyPr/>
          <a:lstStyle/>
          <a:p>
            <a:r>
              <a:t>Title Text</a:t>
            </a: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14" name="Line"/>
          <p:cNvSpPr/>
          <p:nvPr/>
        </p:nvSpPr>
        <p:spPr>
          <a:xfrm>
            <a:off x="152400" y="863600"/>
            <a:ext cx="12516755" cy="1"/>
          </a:xfrm>
          <a:prstGeom prst="line">
            <a:avLst/>
          </a:prstGeom>
          <a:ln w="38100">
            <a:solidFill>
              <a:srgbClr val="CB3E3F"/>
            </a:solidFill>
            <a:miter lim="400000"/>
          </a:ln>
          <a:effectLst>
            <a:outerShdw blurRad="50800" dist="50800" dir="2700000" rotWithShape="0">
              <a:srgbClr val="000000">
                <a:alpha val="50000"/>
              </a:srgbClr>
            </a:outerShdw>
          </a:effectLst>
        </p:spPr>
        <p:txBody>
          <a:bodyPr lIns="50800" tIns="50800" rIns="50800" bIns="50800" anchor="ctr"/>
          <a:lstStyle/>
          <a:p>
            <a:pPr defTabSz="457200">
              <a:buFontTx/>
              <a:defRPr sz="1200">
                <a:solidFill>
                  <a:srgbClr val="000000"/>
                </a:solidFill>
                <a:latin typeface="Helvetica"/>
                <a:ea typeface="Helvetica"/>
                <a:cs typeface="Helvetica"/>
                <a:sym typeface="Helvetica"/>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droppedImage.png" descr="droppedImage.png"/>
          <p:cNvPicPr>
            <a:picLocks noChangeAspect="1"/>
          </p:cNvPicPr>
          <p:nvPr/>
        </p:nvPicPr>
        <p:blipFill>
          <a:blip r:embed="rId10"/>
          <a:stretch>
            <a:fillRect/>
          </a:stretch>
        </p:blipFill>
        <p:spPr>
          <a:xfrm>
            <a:off x="-6774" y="9124153"/>
            <a:ext cx="1964268" cy="618745"/>
          </a:xfrm>
          <a:prstGeom prst="rect">
            <a:avLst/>
          </a:prstGeom>
          <a:ln w="12700">
            <a:miter lim="400000"/>
          </a:ln>
        </p:spPr>
      </p:pic>
      <p:sp>
        <p:nvSpPr>
          <p:cNvPr id="3" name="Title Text"/>
          <p:cNvSpPr txBox="1">
            <a:spLocks noGrp="1"/>
          </p:cNvSpPr>
          <p:nvPr>
            <p:ph type="title"/>
          </p:nvPr>
        </p:nvSpPr>
        <p:spPr>
          <a:xfrm>
            <a:off x="287535" y="71119"/>
            <a:ext cx="12307148" cy="7818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3" tIns="27093" rIns="27093" bIns="27093" anchor="ctr"/>
          <a:lstStyle/>
          <a:p>
            <a:r>
              <a:t>Title Text</a:t>
            </a:r>
          </a:p>
        </p:txBody>
      </p:sp>
      <p:sp>
        <p:nvSpPr>
          <p:cNvPr id="4" name="Slide Number"/>
          <p:cNvSpPr txBox="1">
            <a:spLocks noGrp="1"/>
          </p:cNvSpPr>
          <p:nvPr>
            <p:ph type="sldNum" sz="quarter" idx="2"/>
          </p:nvPr>
        </p:nvSpPr>
        <p:spPr>
          <a:xfrm>
            <a:off x="12067116" y="9285782"/>
            <a:ext cx="270088" cy="295488"/>
          </a:xfrm>
          <a:prstGeom prst="rect">
            <a:avLst/>
          </a:prstGeom>
          <a:ln w="12700">
            <a:miter lim="400000"/>
          </a:ln>
        </p:spPr>
        <p:txBody>
          <a:bodyPr wrap="none" lIns="27093" tIns="27093" rIns="27093" bIns="27093">
            <a:spAutoFit/>
          </a:bodyPr>
          <a:lstStyle>
            <a:lvl1pPr algn="ctr" defTabSz="825500">
              <a:buFontTx/>
              <a:defRPr sz="1600">
                <a:solidFill>
                  <a:srgbClr val="000000"/>
                </a:solidFill>
                <a:latin typeface="Gill Sans"/>
                <a:ea typeface="Gill Sans"/>
                <a:cs typeface="Gill Sans"/>
                <a:sym typeface="Gill Sans"/>
              </a:defRPr>
            </a:lvl1pPr>
          </a:lstStyle>
          <a:p>
            <a:fld id="{86CB4B4D-7CA3-9044-876B-883B54F8677D}" type="slidenum">
              <a:t>‹#›</a:t>
            </a:fld>
            <a:endParaRPr/>
          </a:p>
        </p:txBody>
      </p:sp>
      <p:sp>
        <p:nvSpPr>
          <p:cNvPr id="5" name="Line"/>
          <p:cNvSpPr/>
          <p:nvPr/>
        </p:nvSpPr>
        <p:spPr>
          <a:xfrm>
            <a:off x="152400" y="863600"/>
            <a:ext cx="12516755" cy="1"/>
          </a:xfrm>
          <a:prstGeom prst="line">
            <a:avLst/>
          </a:prstGeom>
          <a:ln w="38100">
            <a:solidFill>
              <a:srgbClr val="CB3E3F"/>
            </a:solidFill>
            <a:miter lim="400000"/>
          </a:ln>
        </p:spPr>
        <p:txBody>
          <a:bodyPr lIns="50800" tIns="50800" rIns="50800" bIns="50800" anchor="ctr"/>
          <a:lstStyle/>
          <a:p>
            <a:pPr defTabSz="457200">
              <a:buFontTx/>
              <a:defRPr sz="1200">
                <a:solidFill>
                  <a:srgbClr val="000000"/>
                </a:solidFill>
                <a:latin typeface="Helvetica"/>
                <a:ea typeface="Helvetica"/>
                <a:cs typeface="Helvetica"/>
                <a:sym typeface="Helvetica"/>
              </a:defRPr>
            </a:pPr>
            <a:endParaRPr/>
          </a:p>
        </p:txBody>
      </p:sp>
      <p:sp>
        <p:nvSpPr>
          <p:cNvPr id="6" name="Body Level One…"/>
          <p:cNvSpPr txBox="1">
            <a:spLocks noGrp="1"/>
          </p:cNvSpPr>
          <p:nvPr>
            <p:ph type="body" idx="1"/>
          </p:nvPr>
        </p:nvSpPr>
        <p:spPr>
          <a:xfrm>
            <a:off x="284479" y="1544002"/>
            <a:ext cx="12307148" cy="71791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3" tIns="27093" rIns="27093" bIns="27093"/>
          <a:lstStyle>
            <a:lvl2pPr marL="1227666" indent="-465666">
              <a:buChar char="-"/>
              <a:defRPr sz="2200"/>
            </a:lvl2pPr>
            <a:lvl3pPr marL="1672166" indent="-465666">
              <a:buSzPct val="100000"/>
              <a:defRPr sz="2000"/>
            </a:lvl3pPr>
            <a:lvl4pPr marL="2116666" indent="-465666">
              <a:buChar char="-"/>
              <a:defRPr sz="2200"/>
            </a:lvl4pPr>
            <a:lvl5pPr marL="2561166" indent="-465666">
              <a:buSzPct val="100000"/>
              <a:defRPr sz="2200"/>
            </a:lvl5p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Lst>
  <p:transition spd="med"/>
  <p:txStyles>
    <p:titleStyle>
      <a:lvl1pPr marL="0" marR="0" indent="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1pPr>
      <a:lvl2pPr marL="0" marR="0" indent="2286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2pPr>
      <a:lvl3pPr marL="0" marR="0" indent="4572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3pPr>
      <a:lvl4pPr marL="0" marR="0" indent="6858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4pPr>
      <a:lvl5pPr marL="0" marR="0" indent="9144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5pPr>
      <a:lvl6pPr marL="0" marR="0" indent="11430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6pPr>
      <a:lvl7pPr marL="0" marR="0" indent="13716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7pPr>
      <a:lvl8pPr marL="0" marR="0" indent="16002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8pPr>
      <a:lvl9pPr marL="0" marR="0" indent="1828800" algn="l" defTabSz="825500" latinLnBrk="0">
        <a:lnSpc>
          <a:spcPct val="100000"/>
        </a:lnSpc>
        <a:spcBef>
          <a:spcPts val="0"/>
        </a:spcBef>
        <a:spcAft>
          <a:spcPts val="0"/>
        </a:spcAft>
        <a:buClrTx/>
        <a:buSzTx/>
        <a:buFontTx/>
        <a:buNone/>
        <a:tabLst/>
        <a:defRPr sz="4200" b="1" i="0" u="none" strike="noStrike" cap="none" spc="0" baseline="0">
          <a:solidFill>
            <a:srgbClr val="000000"/>
          </a:solidFill>
          <a:uFillTx/>
          <a:latin typeface="+mn-lt"/>
          <a:ea typeface="+mn-ea"/>
          <a:cs typeface="+mn-cs"/>
          <a:sym typeface="Trebuchet MS"/>
        </a:defRPr>
      </a:lvl9pPr>
    </p:titleStyle>
    <p:bodyStyle>
      <a:lvl1pPr marL="666750" marR="0" indent="-349250" algn="l" defTabSz="825500" rtl="0" latinLnBrk="0">
        <a:lnSpc>
          <a:spcPct val="100000"/>
        </a:lnSpc>
        <a:spcBef>
          <a:spcPts val="1800"/>
        </a:spcBef>
        <a:spcAft>
          <a:spcPts val="0"/>
        </a:spcAft>
        <a:buClrTx/>
        <a:buSzPct val="100000"/>
        <a:buFontTx/>
        <a:buChar char="•"/>
        <a:tabLst/>
        <a:defRPr sz="2400" b="0" i="0" u="none" strike="noStrike" cap="none" spc="0" baseline="0">
          <a:solidFill>
            <a:srgbClr val="000000"/>
          </a:solidFill>
          <a:uFillTx/>
          <a:latin typeface="+mn-lt"/>
          <a:ea typeface="+mn-ea"/>
          <a:cs typeface="+mn-cs"/>
          <a:sym typeface="Trebuchet MS"/>
        </a:defRPr>
      </a:lvl1pPr>
      <a:lvl2pPr marL="11611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2pPr>
      <a:lvl3pPr marL="16056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3pPr>
      <a:lvl4pPr marL="20501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4pPr>
      <a:lvl5pPr marL="24946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5pPr>
      <a:lvl6pPr marL="28502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6pPr>
      <a:lvl7pPr marL="32058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7pPr>
      <a:lvl8pPr marL="35614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8pPr>
      <a:lvl9pPr marL="3917042" marR="0" indent="-399142" algn="l" defTabSz="825500" rtl="0" latinLnBrk="0">
        <a:lnSpc>
          <a:spcPct val="100000"/>
        </a:lnSpc>
        <a:spcBef>
          <a:spcPts val="1800"/>
        </a:spcBef>
        <a:spcAft>
          <a:spcPts val="0"/>
        </a:spcAft>
        <a:buClrTx/>
        <a:buSzPct val="171000"/>
        <a:buFontTx/>
        <a:buChar char="•"/>
        <a:tabLst/>
        <a:defRPr sz="2400" b="0" i="0" u="none" strike="noStrike" cap="none" spc="0" baseline="0">
          <a:solidFill>
            <a:srgbClr val="000000"/>
          </a:solidFill>
          <a:uFillTx/>
          <a:latin typeface="+mn-lt"/>
          <a:ea typeface="+mn-ea"/>
          <a:cs typeface="+mn-cs"/>
          <a:sym typeface="Trebuchet MS"/>
        </a:defRPr>
      </a:lvl9pPr>
    </p:bodyStyle>
    <p:otherStyle>
      <a:lvl1pPr marL="0" marR="0" indent="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1pPr>
      <a:lvl2pPr marL="0" marR="0" indent="2286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2pPr>
      <a:lvl3pPr marL="0" marR="0" indent="4572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3pPr>
      <a:lvl4pPr marL="0" marR="0" indent="6858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4pPr>
      <a:lvl5pPr marL="0" marR="0" indent="9144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5pPr>
      <a:lvl6pPr marL="0" marR="0" indent="11430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6pPr>
      <a:lvl7pPr marL="0" marR="0" indent="13716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7pPr>
      <a:lvl8pPr marL="0" marR="0" indent="16002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8pPr>
      <a:lvl9pPr marL="0" marR="0" indent="1828800" algn="ctr" defTabSz="8255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cience"/>
          <p:cNvSpPr txBox="1">
            <a:spLocks noGrp="1"/>
          </p:cNvSpPr>
          <p:nvPr>
            <p:ph type="title"/>
          </p:nvPr>
        </p:nvSpPr>
        <p:spPr>
          <a:prstGeom prst="rect">
            <a:avLst/>
          </a:prstGeom>
        </p:spPr>
        <p:txBody>
          <a:bodyPr/>
          <a:lstStyle/>
          <a:p>
            <a:r>
              <a:t>Science</a:t>
            </a:r>
          </a:p>
        </p:txBody>
      </p:sp>
      <p:sp>
        <p:nvSpPr>
          <p:cNvPr id="138" name="Slide Number"/>
          <p:cNvSpPr txBox="1">
            <a:spLocks noGrp="1"/>
          </p:cNvSpPr>
          <p:nvPr>
            <p:ph type="sldNum" sz="quarter" idx="2"/>
          </p:nvPr>
        </p:nvSpPr>
        <p:spPr>
          <a:xfrm>
            <a:off x="12117916" y="9285782"/>
            <a:ext cx="168488" cy="29548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39" name="Fundamental Discovery:…"/>
          <p:cNvSpPr txBox="1">
            <a:spLocks noGrp="1"/>
          </p:cNvSpPr>
          <p:nvPr>
            <p:ph type="body" idx="1"/>
          </p:nvPr>
        </p:nvSpPr>
        <p:spPr>
          <a:prstGeom prst="rect">
            <a:avLst/>
          </a:prstGeom>
        </p:spPr>
        <p:txBody>
          <a:bodyPr/>
          <a:lstStyle/>
          <a:p>
            <a:pPr>
              <a:defRPr>
                <a:solidFill>
                  <a:schemeClr val="accent1">
                    <a:hueOff val="47394"/>
                    <a:satOff val="-25753"/>
                    <a:lumOff val="-7544"/>
                  </a:schemeClr>
                </a:solidFill>
              </a:defRPr>
            </a:pPr>
            <a:r>
              <a:rPr b="1"/>
              <a:t>Fundamental Discovery:</a:t>
            </a:r>
          </a:p>
          <a:p>
            <a:pPr lvl="1"/>
            <a:r>
              <a:t>Advancing first-principles calculations of hadron spectroscopy, hadron structure, and nuclear structure to reveal how the strong force builds visible matter and to provide new pathways for discovering physics beyond the Standard Model.</a:t>
            </a:r>
          </a:p>
          <a:p>
            <a:endParaRPr/>
          </a:p>
          <a:p>
            <a:pPr>
              <a:defRPr>
                <a:solidFill>
                  <a:schemeClr val="accent1">
                    <a:hueOff val="47394"/>
                    <a:satOff val="-25753"/>
                    <a:lumOff val="-7544"/>
                  </a:schemeClr>
                </a:solidFill>
              </a:defRPr>
            </a:pPr>
            <a:r>
              <a:rPr b="1"/>
              <a:t>Science and Technology Innovation</a:t>
            </a:r>
            <a:r>
              <a:t>: </a:t>
            </a:r>
          </a:p>
          <a:p>
            <a:pPr lvl="1"/>
            <a:r>
              <a:t>Developing scalable algorithms, portable software, AI-enabled analysis, and integrated workflows that turn leadership-class computing into sustained scientific capability.</a:t>
            </a:r>
          </a:p>
          <a:p>
            <a:pPr lvl="1"/>
            <a:endParaRPr/>
          </a:p>
          <a:p>
            <a:pPr>
              <a:defRPr>
                <a:solidFill>
                  <a:schemeClr val="accent1">
                    <a:hueOff val="47394"/>
                    <a:satOff val="-25753"/>
                    <a:lumOff val="-7544"/>
                  </a:schemeClr>
                </a:solidFill>
              </a:defRPr>
            </a:pPr>
            <a:r>
              <a:rPr b="1"/>
              <a:t>National Scientific Capability</a:t>
            </a:r>
            <a:r>
              <a:t>: </a:t>
            </a:r>
          </a:p>
          <a:p>
            <a:pPr lvl="1"/>
            <a:r>
              <a:t>Providing essential theory support for major experimental programs, extending the scientific reach of DOE computing facilities, and training the next generation of computational nuclear scientists.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Meson spectroscopy"/>
          <p:cNvSpPr txBox="1">
            <a:spLocks noGrp="1"/>
          </p:cNvSpPr>
          <p:nvPr>
            <p:ph type="title"/>
          </p:nvPr>
        </p:nvSpPr>
        <p:spPr>
          <a:prstGeom prst="rect">
            <a:avLst/>
          </a:prstGeom>
        </p:spPr>
        <p:txBody>
          <a:bodyPr/>
          <a:lstStyle/>
          <a:p>
            <a:r>
              <a:t>Meson spectroscopy</a:t>
            </a:r>
          </a:p>
        </p:txBody>
      </p:sp>
      <p:sp>
        <p:nvSpPr>
          <p:cNvPr id="231" name="Slide Number"/>
          <p:cNvSpPr txBox="1">
            <a:spLocks noGrp="1"/>
          </p:cNvSpPr>
          <p:nvPr>
            <p:ph type="sldNum" sz="quarter" idx="2"/>
          </p:nvPr>
        </p:nvSpPr>
        <p:spPr>
          <a:xfrm>
            <a:off x="12117916" y="9285782"/>
            <a:ext cx="168488" cy="29548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pic>
        <p:nvPicPr>
          <p:cNvPr id="232" name="Image" descr="Image"/>
          <p:cNvPicPr>
            <a:picLocks noChangeAspect="1"/>
          </p:cNvPicPr>
          <p:nvPr/>
        </p:nvPicPr>
        <p:blipFill>
          <a:blip r:embed="rId2"/>
          <a:srcRect l="55820" t="26863" r="4556" b="23588"/>
          <a:stretch>
            <a:fillRect/>
          </a:stretch>
        </p:blipFill>
        <p:spPr>
          <a:xfrm>
            <a:off x="7117100" y="2083968"/>
            <a:ext cx="5116678" cy="5678525"/>
          </a:xfrm>
          <a:prstGeom prst="rect">
            <a:avLst/>
          </a:prstGeom>
          <a:ln w="12700">
            <a:miter lim="400000"/>
          </a:ln>
        </p:spPr>
      </p:pic>
      <p:pic>
        <p:nvPicPr>
          <p:cNvPr id="233" name="Image" descr="Image"/>
          <p:cNvPicPr>
            <a:picLocks noChangeAspect="1"/>
          </p:cNvPicPr>
          <p:nvPr/>
        </p:nvPicPr>
        <p:blipFill>
          <a:blip r:embed="rId3"/>
          <a:srcRect l="5357" t="23776" r="50469" b="19906"/>
          <a:stretch>
            <a:fillRect/>
          </a:stretch>
        </p:blipFill>
        <p:spPr>
          <a:xfrm>
            <a:off x="599728" y="1923850"/>
            <a:ext cx="5443374" cy="6159088"/>
          </a:xfrm>
          <a:prstGeom prst="rect">
            <a:avLst/>
          </a:prstGeom>
          <a:ln w="12700">
            <a:miter lim="400000"/>
          </a:ln>
        </p:spPr>
      </p:pic>
      <p:sp>
        <p:nvSpPr>
          <p:cNvPr id="234" name="“pictures”"/>
          <p:cNvSpPr txBox="1"/>
          <p:nvPr/>
        </p:nvSpPr>
        <p:spPr>
          <a:xfrm>
            <a:off x="1685570" y="1174650"/>
            <a:ext cx="1537098"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5"/>
                </a:solidFill>
              </a:defRPr>
            </a:lvl1pPr>
          </a:lstStyle>
          <a:p>
            <a:r>
              <a:t>“pictures”</a:t>
            </a:r>
          </a:p>
        </p:txBody>
      </p:sp>
      <p:sp>
        <p:nvSpPr>
          <p:cNvPr id="235" name="connection to QCD unclear"/>
          <p:cNvSpPr txBox="1"/>
          <p:nvPr/>
        </p:nvSpPr>
        <p:spPr>
          <a:xfrm>
            <a:off x="1812570" y="8413650"/>
            <a:ext cx="3770711"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5"/>
                </a:solidFill>
              </a:defRPr>
            </a:lvl1pPr>
          </a:lstStyle>
          <a:p>
            <a:r>
              <a:t>connection to QCD unclear</a:t>
            </a:r>
          </a:p>
        </p:txBody>
      </p:sp>
      <p:sp>
        <p:nvSpPr>
          <p:cNvPr id="236" name="connection to QCD unclear"/>
          <p:cNvSpPr txBox="1"/>
          <p:nvPr/>
        </p:nvSpPr>
        <p:spPr>
          <a:xfrm>
            <a:off x="8543570" y="8413650"/>
            <a:ext cx="3770711"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5"/>
                </a:solidFill>
              </a:defRPr>
            </a:lvl1pPr>
          </a:lstStyle>
          <a:p>
            <a:r>
              <a:t>connection to QCD unclear</a:t>
            </a:r>
          </a:p>
        </p:txBody>
      </p:sp>
      <p:sp>
        <p:nvSpPr>
          <p:cNvPr id="237" name="Measurements of stable hadrons"/>
          <p:cNvSpPr txBox="1"/>
          <p:nvPr/>
        </p:nvSpPr>
        <p:spPr>
          <a:xfrm>
            <a:off x="8289570" y="8032650"/>
            <a:ext cx="4512024"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00000"/>
                </a:solidFill>
              </a:defRPr>
            </a:lvl1pPr>
          </a:lstStyle>
          <a:p>
            <a:r>
              <a:t>Measurements of stable hadrons</a:t>
            </a:r>
          </a:p>
        </p:txBody>
      </p:sp>
      <p:sp>
        <p:nvSpPr>
          <p:cNvPr id="238" name="Realm of modeling"/>
          <p:cNvSpPr txBox="1"/>
          <p:nvPr/>
        </p:nvSpPr>
        <p:spPr>
          <a:xfrm>
            <a:off x="1558570" y="8032650"/>
            <a:ext cx="2749303"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00000"/>
                </a:solidFill>
              </a:defRPr>
            </a:lvl1pPr>
          </a:lstStyle>
          <a:p>
            <a:r>
              <a:t>Realm of modeling </a:t>
            </a:r>
          </a:p>
        </p:txBody>
      </p:sp>
      <p:sp>
        <p:nvSpPr>
          <p:cNvPr id="239" name="Double Arrow"/>
          <p:cNvSpPr/>
          <p:nvPr/>
        </p:nvSpPr>
        <p:spPr>
          <a:xfrm>
            <a:off x="5253654" y="4368401"/>
            <a:ext cx="2944105" cy="1270001"/>
          </a:xfrm>
          <a:prstGeom prst="leftRightArrow">
            <a:avLst>
              <a:gd name="adj1" fmla="val 32000"/>
              <a:gd name="adj2" fmla="val 44000"/>
            </a:avLst>
          </a:prstGeom>
          <a:solidFill>
            <a:schemeClr val="accent4">
              <a:satOff val="1488"/>
              <a:lumOff val="-7242"/>
              <a:alpha val="57133"/>
            </a:schemeClr>
          </a:solidFill>
          <a:ln w="12700">
            <a:miter lim="400000"/>
          </a:ln>
          <a:effectLst>
            <a:outerShdw blurRad="38100" dist="25400" dir="5400000" rotWithShape="0">
              <a:srgbClr val="000000">
                <a:alpha val="23118"/>
              </a:srgbClr>
            </a:outerShdw>
          </a:effectLst>
        </p:spPr>
        <p:txBody>
          <a:bodyPr lIns="50800" tIns="50800" rIns="50800" bIns="50800" anchor="ctr"/>
          <a:lstStyle/>
          <a:p>
            <a:pPr algn="ctr">
              <a:buFontTx/>
              <a:defRPr sz="4000">
                <a:solidFill>
                  <a:schemeClr val="accent5"/>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40" name="“reality”"/>
          <p:cNvSpPr txBox="1"/>
          <p:nvPr/>
        </p:nvSpPr>
        <p:spPr>
          <a:xfrm>
            <a:off x="9686570" y="1174650"/>
            <a:ext cx="1326804"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5"/>
                </a:solidFill>
              </a:defRPr>
            </a:lvl1pPr>
          </a:lstStyle>
          <a:p>
            <a:r>
              <a:t>“reality”</a:t>
            </a:r>
          </a:p>
        </p:txBody>
      </p:sp>
      <p:sp>
        <p:nvSpPr>
          <p:cNvPr id="241" name="Can we establish connection?"/>
          <p:cNvSpPr txBox="1"/>
          <p:nvPr/>
        </p:nvSpPr>
        <p:spPr>
          <a:xfrm>
            <a:off x="4668976" y="3999830"/>
            <a:ext cx="4113462"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4">
                    <a:satOff val="1488"/>
                    <a:lumOff val="-7242"/>
                  </a:schemeClr>
                </a:solidFill>
              </a:defRPr>
            </a:lvl1pPr>
          </a:lstStyle>
          <a:p>
            <a:r>
              <a:t>Can we establish connection?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newed motivation - the XYZ explosion - tetraquarks?"/>
          <p:cNvSpPr txBox="1">
            <a:spLocks noGrp="1"/>
          </p:cNvSpPr>
          <p:nvPr>
            <p:ph type="title"/>
          </p:nvPr>
        </p:nvSpPr>
        <p:spPr>
          <a:prstGeom prst="rect">
            <a:avLst/>
          </a:prstGeom>
        </p:spPr>
        <p:txBody>
          <a:bodyPr/>
          <a:lstStyle>
            <a:lvl1pPr>
              <a:defRPr sz="3700"/>
            </a:lvl1pPr>
          </a:lstStyle>
          <a:p>
            <a:r>
              <a:t>Renewed motivation - the XYZ explosion - tetraquarks?</a:t>
            </a:r>
          </a:p>
        </p:txBody>
      </p:sp>
      <p:sp>
        <p:nvSpPr>
          <p:cNvPr id="244" name="Slide Number"/>
          <p:cNvSpPr txBox="1">
            <a:spLocks noGrp="1"/>
          </p:cNvSpPr>
          <p:nvPr>
            <p:ph type="sldNum" sz="quarter" idx="2"/>
          </p:nvPr>
        </p:nvSpPr>
        <p:spPr>
          <a:xfrm>
            <a:off x="12117916" y="9285782"/>
            <a:ext cx="168488" cy="29548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pic>
        <p:nvPicPr>
          <p:cNvPr id="245" name="Image" descr="Image"/>
          <p:cNvPicPr>
            <a:picLocks noChangeAspect="1"/>
          </p:cNvPicPr>
          <p:nvPr/>
        </p:nvPicPr>
        <p:blipFill>
          <a:blip r:embed="rId2"/>
          <a:srcRect l="4196" t="12629" r="4920" b="20933"/>
          <a:stretch>
            <a:fillRect/>
          </a:stretch>
        </p:blipFill>
        <p:spPr>
          <a:xfrm>
            <a:off x="388511" y="953888"/>
            <a:ext cx="12516609" cy="8120543"/>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Charmonium resonances from coupled-channel QCD"/>
          <p:cNvSpPr txBox="1">
            <a:spLocks noGrp="1"/>
          </p:cNvSpPr>
          <p:nvPr>
            <p:ph type="title"/>
          </p:nvPr>
        </p:nvSpPr>
        <p:spPr>
          <a:prstGeom prst="rect">
            <a:avLst/>
          </a:prstGeom>
        </p:spPr>
        <p:txBody>
          <a:bodyPr/>
          <a:lstStyle>
            <a:lvl1pPr>
              <a:defRPr sz="3900"/>
            </a:lvl1pPr>
          </a:lstStyle>
          <a:p>
            <a:r>
              <a:t>Charmonium resonances from coupled-channel QCD</a:t>
            </a:r>
          </a:p>
        </p:txBody>
      </p:sp>
      <p:sp>
        <p:nvSpPr>
          <p:cNvPr id="2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pic>
        <p:nvPicPr>
          <p:cNvPr id="249" name="Picture 6" descr="Picture 6"/>
          <p:cNvPicPr>
            <a:picLocks noChangeAspect="1"/>
          </p:cNvPicPr>
          <p:nvPr/>
        </p:nvPicPr>
        <p:blipFill>
          <a:blip r:embed="rId2"/>
          <a:stretch>
            <a:fillRect/>
          </a:stretch>
        </p:blipFill>
        <p:spPr>
          <a:xfrm>
            <a:off x="8033423" y="764143"/>
            <a:ext cx="3302877" cy="3302877"/>
          </a:xfrm>
          <a:prstGeom prst="rect">
            <a:avLst/>
          </a:prstGeom>
          <a:ln w="12700">
            <a:miter lim="400000"/>
          </a:ln>
        </p:spPr>
      </p:pic>
      <p:sp>
        <p:nvSpPr>
          <p:cNvPr id="250" name="TextBox 7"/>
          <p:cNvSpPr txBox="1"/>
          <p:nvPr/>
        </p:nvSpPr>
        <p:spPr>
          <a:xfrm>
            <a:off x="582980" y="8258585"/>
            <a:ext cx="6872420" cy="9172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914400">
              <a:buFontTx/>
              <a:defRPr sz="1800" b="1">
                <a:solidFill>
                  <a:schemeClr val="accent5">
                    <a:hueOff val="-176146"/>
                    <a:satOff val="3665"/>
                    <a:lumOff val="-13986"/>
                  </a:schemeClr>
                </a:solidFill>
                <a:latin typeface="Calibri"/>
                <a:ea typeface="Calibri"/>
                <a:cs typeface="Calibri"/>
                <a:sym typeface="Calibri"/>
              </a:defRPr>
            </a:pPr>
            <a:r>
              <a:t>DOE highlight; Editor’s Suggestion</a:t>
            </a:r>
          </a:p>
          <a:p>
            <a:pPr defTabSz="914400">
              <a:buFontTx/>
              <a:defRPr sz="1800">
                <a:solidFill>
                  <a:schemeClr val="accent2"/>
                </a:solidFill>
                <a:latin typeface="Calibri"/>
                <a:ea typeface="Calibri"/>
                <a:cs typeface="Calibri"/>
                <a:sym typeface="Calibri"/>
              </a:defRPr>
            </a:pPr>
            <a:r>
              <a:t>Phys.Rev.Lett. 132, 241901 (2024); Phys.Rev.D 109 (2024) 11, 114503;</a:t>
            </a:r>
          </a:p>
          <a:p>
            <a:pPr defTabSz="914400">
              <a:buFontTx/>
              <a:defRPr sz="1800">
                <a:solidFill>
                  <a:schemeClr val="accent2"/>
                </a:solidFill>
                <a:latin typeface="Calibri"/>
                <a:ea typeface="Calibri"/>
                <a:cs typeface="Calibri"/>
                <a:sym typeface="Calibri"/>
              </a:defRPr>
            </a:pPr>
            <a:r>
              <a:t>arXiv:2602.09862</a:t>
            </a:r>
          </a:p>
        </p:txBody>
      </p:sp>
      <p:sp>
        <p:nvSpPr>
          <p:cNvPr id="251" name="First comprehensive calculation:…"/>
          <p:cNvSpPr txBox="1">
            <a:spLocks noGrp="1"/>
          </p:cNvSpPr>
          <p:nvPr>
            <p:ph type="body" sz="half" idx="1"/>
          </p:nvPr>
        </p:nvSpPr>
        <p:spPr>
          <a:xfrm>
            <a:off x="267835" y="1181263"/>
            <a:ext cx="6510647" cy="6443274"/>
          </a:xfrm>
          <a:prstGeom prst="rect">
            <a:avLst/>
          </a:prstGeom>
        </p:spPr>
        <p:txBody>
          <a:bodyPr/>
          <a:lstStyle/>
          <a:p>
            <a:pPr marL="0" indent="0">
              <a:spcBef>
                <a:spcPts val="0"/>
              </a:spcBef>
              <a:buSzTx/>
              <a:buNone/>
              <a:defRPr sz="2000" b="1"/>
            </a:pPr>
            <a:r>
              <a:rPr>
                <a:solidFill>
                  <a:schemeClr val="accent1"/>
                </a:solidFill>
              </a:rPr>
              <a:t>First comprehensive calculation:</a:t>
            </a:r>
          </a:p>
          <a:p>
            <a:pPr marL="0" indent="0">
              <a:spcBef>
                <a:spcPts val="0"/>
              </a:spcBef>
              <a:buSzTx/>
              <a:buNone/>
              <a:defRPr sz="2000"/>
            </a:pPr>
            <a:r>
              <a:t>First LQCD determination of scalar and tensor charmonium resonances with all relevant coupled two-meson channels included.</a:t>
            </a:r>
          </a:p>
          <a:p>
            <a:pPr marL="0" indent="0">
              <a:spcBef>
                <a:spcPts val="0"/>
              </a:spcBef>
              <a:buSzTx/>
              <a:buNone/>
              <a:defRPr sz="2000"/>
            </a:pPr>
            <a:endParaRPr>
              <a:solidFill>
                <a:schemeClr val="accent1"/>
              </a:solidFill>
            </a:endParaRPr>
          </a:p>
          <a:p>
            <a:pPr marL="0" indent="0">
              <a:spcBef>
                <a:spcPts val="0"/>
              </a:spcBef>
              <a:buSzTx/>
              <a:buNone/>
              <a:defRPr sz="2000"/>
            </a:pPr>
            <a:r>
              <a:rPr>
                <a:solidFill>
                  <a:schemeClr val="accent1"/>
                </a:solidFill>
              </a:rPr>
              <a:t>A surprisingly simple spectrum</a:t>
            </a:r>
            <a:br>
              <a:rPr>
                <a:solidFill>
                  <a:schemeClr val="accent1"/>
                </a:solidFill>
              </a:rPr>
            </a:br>
            <a:r>
              <a:t>One scalar &amp; one tensor resonance; no proliferation of extra states despite the many experimentally observed XYZ candidates.</a:t>
            </a:r>
          </a:p>
          <a:p>
            <a:pPr marL="0" indent="0">
              <a:spcBef>
                <a:spcPts val="0"/>
              </a:spcBef>
              <a:buSzTx/>
              <a:buNone/>
              <a:defRPr sz="2000"/>
            </a:pPr>
            <a:endParaRPr>
              <a:solidFill>
                <a:schemeClr val="accent1"/>
              </a:solidFill>
            </a:endParaRPr>
          </a:p>
          <a:p>
            <a:pPr marL="0" indent="0">
              <a:spcBef>
                <a:spcPts val="0"/>
              </a:spcBef>
              <a:buSzTx/>
              <a:buNone/>
              <a:defRPr sz="2000"/>
            </a:pPr>
            <a:r>
              <a:rPr>
                <a:solidFill>
                  <a:schemeClr val="accent1"/>
                </a:solidFill>
              </a:rPr>
              <a:t>Enabled by SciDAC</a:t>
            </a:r>
            <a:br>
              <a:rPr>
                <a:solidFill>
                  <a:schemeClr val="accent1"/>
                </a:solidFill>
              </a:rPr>
            </a:br>
            <a:r>
              <a:t>Automated graph evaluation developed with the SciDAC RAPIDS partnership, together with scalable correlation-function workflows, made the coupled-channel calculation possible.</a:t>
            </a:r>
          </a:p>
          <a:p>
            <a:pPr marL="0" indent="0">
              <a:spcBef>
                <a:spcPts val="0"/>
              </a:spcBef>
              <a:buSzTx/>
              <a:buNone/>
              <a:defRPr sz="2000"/>
            </a:pPr>
            <a:endParaRPr/>
          </a:p>
          <a:p>
            <a:pPr marL="0" indent="0">
              <a:spcBef>
                <a:spcPts val="0"/>
              </a:spcBef>
              <a:buSzTx/>
              <a:buNone/>
              <a:defRPr sz="2000" b="1">
                <a:solidFill>
                  <a:schemeClr val="accent1"/>
                </a:solidFill>
              </a:defRPr>
            </a:pPr>
            <a:r>
              <a:t>Experimental impact:</a:t>
            </a:r>
          </a:p>
          <a:p>
            <a:pPr marL="0" indent="0">
              <a:spcBef>
                <a:spcPts val="0"/>
              </a:spcBef>
              <a:buSzTx/>
              <a:buNone/>
              <a:defRPr sz="2000"/>
            </a:pPr>
            <a:r>
              <a:t>Charmonium spectroscopy is an intense focus at experiments worldwide. </a:t>
            </a:r>
          </a:p>
          <a:p>
            <a:pPr marL="0" indent="0">
              <a:spcBef>
                <a:spcPts val="0"/>
              </a:spcBef>
              <a:buSzTx/>
              <a:buNone/>
              <a:defRPr sz="2000"/>
            </a:pPr>
            <a:endParaRPr>
              <a:solidFill>
                <a:schemeClr val="accent1"/>
              </a:solidFill>
            </a:endParaRPr>
          </a:p>
          <a:p>
            <a:pPr marL="0" indent="0">
              <a:spcBef>
                <a:spcPts val="0"/>
              </a:spcBef>
              <a:buSzTx/>
              <a:buNone/>
              <a:defRPr sz="2000">
                <a:solidFill>
                  <a:schemeClr val="accent5"/>
                </a:solidFill>
              </a:defRPr>
            </a:pPr>
            <a:r>
              <a:t>The experimental spectrum is crowded; the underlying QCD resonance content may be considerably simpler.</a:t>
            </a:r>
          </a:p>
        </p:txBody>
      </p:sp>
      <p:grpSp>
        <p:nvGrpSpPr>
          <p:cNvPr id="261" name="Group"/>
          <p:cNvGrpSpPr/>
          <p:nvPr/>
        </p:nvGrpSpPr>
        <p:grpSpPr>
          <a:xfrm>
            <a:off x="7617444" y="3978459"/>
            <a:ext cx="5242730" cy="5068211"/>
            <a:chOff x="0" y="0"/>
            <a:chExt cx="5242729" cy="5068209"/>
          </a:xfrm>
        </p:grpSpPr>
        <p:pic>
          <p:nvPicPr>
            <p:cNvPr id="252" name="Image" descr="Image"/>
            <p:cNvPicPr>
              <a:picLocks noChangeAspect="1"/>
            </p:cNvPicPr>
            <p:nvPr/>
          </p:nvPicPr>
          <p:blipFill>
            <a:blip r:embed="rId3"/>
            <a:srcRect l="20615" t="26490" r="35364" b="24350"/>
            <a:stretch>
              <a:fillRect/>
            </a:stretch>
          </p:blipFill>
          <p:spPr>
            <a:xfrm>
              <a:off x="46183" y="175921"/>
              <a:ext cx="4807712" cy="4764956"/>
            </a:xfrm>
            <a:prstGeom prst="rect">
              <a:avLst/>
            </a:prstGeom>
            <a:ln w="12700" cap="flat">
              <a:noFill/>
              <a:miter lim="400000"/>
            </a:ln>
            <a:effectLst/>
          </p:spPr>
        </p:pic>
        <p:sp>
          <p:nvSpPr>
            <p:cNvPr id="253" name="Rectangle"/>
            <p:cNvSpPr/>
            <p:nvPr/>
          </p:nvSpPr>
          <p:spPr>
            <a:xfrm>
              <a:off x="3404496" y="3447986"/>
              <a:ext cx="1838234" cy="1620224"/>
            </a:xfrm>
            <a:prstGeom prst="rect">
              <a:avLst/>
            </a:prstGeom>
            <a:solidFill>
              <a:srgbClr val="FFFFFF"/>
            </a:solidFill>
            <a:ln w="12700" cap="flat">
              <a:noFill/>
              <a:miter lim="400000"/>
            </a:ln>
            <a:effectLst/>
          </p:spPr>
          <p:txBody>
            <a:bodyPr wrap="square" lIns="50800" tIns="50800" rIns="50800" bIns="50800" numCol="1" anchor="ctr">
              <a:noAutofit/>
            </a:bodyPr>
            <a:lstStyle/>
            <a:p>
              <a:pPr algn="ctr">
                <a:buFontTx/>
                <a:defRPr sz="4000">
                  <a:solidFill>
                    <a:schemeClr val="accent5"/>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54" name="Rectangle"/>
            <p:cNvSpPr/>
            <p:nvPr/>
          </p:nvSpPr>
          <p:spPr>
            <a:xfrm>
              <a:off x="2466535" y="115161"/>
              <a:ext cx="2623394" cy="927722"/>
            </a:xfrm>
            <a:prstGeom prst="rect">
              <a:avLst/>
            </a:prstGeom>
            <a:solidFill>
              <a:srgbClr val="FFFFFF"/>
            </a:solidFill>
            <a:ln w="12700" cap="flat">
              <a:noFill/>
              <a:miter lim="400000"/>
            </a:ln>
            <a:effectLst/>
          </p:spPr>
          <p:txBody>
            <a:bodyPr wrap="square" lIns="50800" tIns="50800" rIns="50800" bIns="50800" numCol="1" anchor="ctr">
              <a:noAutofit/>
            </a:bodyPr>
            <a:lstStyle/>
            <a:p>
              <a:pPr algn="ctr">
                <a:buFontTx/>
                <a:defRPr sz="4000">
                  <a:solidFill>
                    <a:schemeClr val="accent5"/>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55" name="Rectangle"/>
            <p:cNvSpPr/>
            <p:nvPr/>
          </p:nvSpPr>
          <p:spPr>
            <a:xfrm>
              <a:off x="0" y="0"/>
              <a:ext cx="1406929" cy="770033"/>
            </a:xfrm>
            <a:prstGeom prst="rect">
              <a:avLst/>
            </a:prstGeom>
            <a:solidFill>
              <a:srgbClr val="FFFFFF"/>
            </a:solidFill>
            <a:ln w="12700" cap="flat">
              <a:noFill/>
              <a:miter lim="400000"/>
            </a:ln>
            <a:effectLst/>
          </p:spPr>
          <p:txBody>
            <a:bodyPr wrap="square" lIns="50800" tIns="50800" rIns="50800" bIns="50800" numCol="1" anchor="ctr">
              <a:noAutofit/>
            </a:bodyPr>
            <a:lstStyle/>
            <a:p>
              <a:pPr algn="ctr">
                <a:buFontTx/>
                <a:defRPr sz="4000">
                  <a:solidFill>
                    <a:schemeClr val="accent5"/>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56" name="Rectangle"/>
            <p:cNvSpPr/>
            <p:nvPr/>
          </p:nvSpPr>
          <p:spPr>
            <a:xfrm>
              <a:off x="2063437" y="112708"/>
              <a:ext cx="955720" cy="253024"/>
            </a:xfrm>
            <a:prstGeom prst="rect">
              <a:avLst/>
            </a:prstGeom>
            <a:solidFill>
              <a:srgbClr val="FFFFFF"/>
            </a:solidFill>
            <a:ln w="12700" cap="flat">
              <a:noFill/>
              <a:miter lim="400000"/>
            </a:ln>
            <a:effectLst/>
          </p:spPr>
          <p:txBody>
            <a:bodyPr wrap="square" lIns="50800" tIns="50800" rIns="50800" bIns="50800" numCol="1" anchor="ctr">
              <a:noAutofit/>
            </a:bodyPr>
            <a:lstStyle/>
            <a:p>
              <a:pPr algn="ctr">
                <a:buFontTx/>
                <a:defRPr sz="4000">
                  <a:solidFill>
                    <a:schemeClr val="accent5"/>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pic>
          <p:nvPicPr>
            <p:cNvPr id="257" name="Rectangle Rectangle" descr="Rectangle Rectangle"/>
            <p:cNvPicPr>
              <a:picLocks/>
            </p:cNvPicPr>
            <p:nvPr/>
          </p:nvPicPr>
          <p:blipFill>
            <a:blip r:embed="rId4"/>
            <a:stretch>
              <a:fillRect/>
            </a:stretch>
          </p:blipFill>
          <p:spPr>
            <a:xfrm>
              <a:off x="1291614" y="1756068"/>
              <a:ext cx="588447" cy="2415888"/>
            </a:xfrm>
            <a:prstGeom prst="rect">
              <a:avLst/>
            </a:prstGeom>
            <a:effectLst/>
          </p:spPr>
        </p:pic>
        <p:pic>
          <p:nvPicPr>
            <p:cNvPr id="259" name="Rectangle Rectangle" descr="Rectangle Rectangle"/>
            <p:cNvPicPr>
              <a:picLocks/>
            </p:cNvPicPr>
            <p:nvPr/>
          </p:nvPicPr>
          <p:blipFill>
            <a:blip r:embed="rId5"/>
            <a:stretch>
              <a:fillRect/>
            </a:stretch>
          </p:blipFill>
          <p:spPr>
            <a:xfrm>
              <a:off x="4123714" y="1756068"/>
              <a:ext cx="823815" cy="2415888"/>
            </a:xfrm>
            <a:prstGeom prst="rect">
              <a:avLst/>
            </a:prstGeom>
            <a:effectLst/>
          </p:spPr>
        </p:pic>
      </p:gr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2F2A2B"/>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chemeClr val="accent5"/>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chemeClr val="accent5"/>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0"/>
          </a:spcBef>
          <a:spcAft>
            <a:spcPts val="0"/>
          </a:spcAft>
          <a:buClrTx/>
          <a:buSzTx/>
          <a:buFont typeface="Zapf Dingbats"/>
          <a:buNone/>
          <a:tabLst/>
          <a:defRPr kumimoji="0" sz="2400" b="0" i="0" u="none" strike="noStrike" cap="none" spc="0" normalizeH="0" baseline="0">
            <a:ln>
              <a:noFill/>
            </a:ln>
            <a:solidFill>
              <a:srgbClr val="2F2A2B"/>
            </a:solidFill>
            <a:effectLst/>
            <a:uFillTx/>
            <a:latin typeface="+mn-lt"/>
            <a:ea typeface="+mn-ea"/>
            <a:cs typeface="+mn-c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TotalTime>
  <Words>278</Words>
  <Application>Microsoft Macintosh PowerPoint</Application>
  <PresentationFormat>Custom</PresentationFormat>
  <Paragraphs>37</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Gill Sans</vt:lpstr>
      <vt:lpstr>Helvetica</vt:lpstr>
      <vt:lpstr>Lucida Grande</vt:lpstr>
      <vt:lpstr>Roboto</vt:lpstr>
      <vt:lpstr>Trebuchet MS</vt:lpstr>
      <vt:lpstr>Zapf Dingbats</vt:lpstr>
      <vt:lpstr>White</vt:lpstr>
      <vt:lpstr>Science</vt:lpstr>
      <vt:lpstr>Meson spectroscopy</vt:lpstr>
      <vt:lpstr>Renewed motivation - the XYZ explosion - tetraquarks?</vt:lpstr>
      <vt:lpstr>Charmonium resonances from coupled-channel QCD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Robert Edwards</cp:lastModifiedBy>
  <cp:revision>1</cp:revision>
  <dcterms:modified xsi:type="dcterms:W3CDTF">2026-08-05T12:39:57Z</dcterms:modified>
</cp:coreProperties>
</file>